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Tesla Stock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 for Time Series Forecasting</a:t>
            </a:r>
          </a:p>
          <a:p>
            <a:r>
              <a:t>Project Report for Labmentix Submit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Forecast future Tesla stock prices using historical data.</a:t>
            </a:r>
          </a:p>
          <a:p>
            <a:r>
              <a:t>Challenges: Standard machine learning struggles with sequential temporal dependencies.</a:t>
            </a:r>
          </a:p>
          <a:p>
            <a:r>
              <a:t>Approach: Deep learning designed for sequences - RNNs and LSTMs.</a:t>
            </a:r>
          </a:p>
          <a:p>
            <a:r>
              <a:t>Target: Predict Adj Close price 1, 5, and 10 days into the future.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Selection: 'Adj Close' as target; 'Date' as index.</a:t>
            </a:r>
          </a:p>
          <a:p>
            <a:r>
              <a:t>Missing Values: Forward/backward-fill interpolation.</a:t>
            </a:r>
          </a:p>
          <a:p>
            <a:r>
              <a:t>Data Scaling: MinMaxScaler (normalization between 0 and 1) for neural network stability.</a:t>
            </a:r>
          </a:p>
          <a:p>
            <a:r>
              <a:t>Sequence Generation: Sliding window of past n days (e.g., 60) to predict day n+1.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1: SimpleRNN (Basic recurrent neural network)</a:t>
            </a:r>
          </a:p>
          <a:p>
            <a:r>
              <a:t>Model 2: LSTM (Advanced variant overcoming vanishing gradients, better long-term memory)</a:t>
            </a:r>
          </a:p>
          <a:p>
            <a:pPr/>
            <a:r>
              <a:t>Architecture specifics:</a:t>
            </a:r>
          </a:p>
          <a:p>
            <a:pPr lvl="1"/>
            <a:r>
              <a:t>Sequential architectures with Dropout layers to prevent overfitting.</a:t>
            </a:r>
          </a:p>
          <a:p>
            <a:pPr lvl="1"/>
            <a:r>
              <a:t>Dense layer for final single predicted price output.</a:t>
            </a:r>
          </a:p>
          <a:p>
            <a:pPr lvl="1"/>
            <a:r>
              <a:t>Optimizer: Adam | Loss Function: MSE | EarlyStopping utilized.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Metric: RMSE (Root Mean Squared Error) and MSE.</a:t>
            </a:r>
          </a:p>
          <a:p>
            <a:pPr/>
            <a:r>
              <a:t>Comparison:</a:t>
            </a:r>
          </a:p>
          <a:p>
            <a:pPr lvl="1"/>
            <a:r>
              <a:t>LSTM outperformed SimpleRNN due to ability to retain long-term historical context.</a:t>
            </a:r>
          </a:p>
          <a:p>
            <a:pPr lvl="1"/>
            <a:r>
              <a:t>SimpleRNNs prone to forgetting earlier data points in long sequences.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Effectiveness: DL models (especially LSTM) capture macroeconomic trends and momentum well.</a:t>
            </a:r>
          </a:p>
          <a:p>
            <a:pPr/>
            <a:r>
              <a:t>Limitations:</a:t>
            </a:r>
          </a:p>
          <a:p>
            <a:pPr lvl="1"/>
            <a:r>
              <a:t>Market fluctuations based on exogenous variables (news, earnings).</a:t>
            </a:r>
          </a:p>
          <a:p>
            <a:pPr lvl="1"/>
            <a:r>
              <a:t>Lag Effect: Predictions can sometimes act as a slightly shifted version of previous day's price.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Suggestions for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Alternative Data: Sentiment analysis (Twitter, Reddit, News).</a:t>
            </a:r>
          </a:p>
          <a:p>
            <a:r>
              <a:t>Multivariate Forecasting: Include Volume, Moving Averages, RSI, MACD.</a:t>
            </a:r>
          </a:p>
          <a:p>
            <a:r>
              <a:t>Macro Indicators: Interest rates, inflation, S&amp;P 500.</a:t>
            </a:r>
          </a:p>
          <a:p>
            <a:r>
              <a:t>Advanced Architectures: GRU or Transformer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Completed: Data Cleaning, EDA, Feature Engineering.</a:t>
            </a:r>
          </a:p>
          <a:p>
            <a:r>
              <a:t>Completed: Deep Learning Modelling and Evaluation.</a:t>
            </a:r>
          </a:p>
          <a:p>
            <a:r>
              <a:t>Final Submission Date: January 12, 2026.</a:t>
            </a:r>
          </a:p>
          <a:p>
            <a:r>
              <a:t>Deliverables: Jupyter Notebook (execution code), Final Report, and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